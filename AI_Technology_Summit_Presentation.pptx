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654E4-9949-4F65-A00E-9D5B4EA12B9E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3F6A7-940E-40F1-B2FB-677D564832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492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3F6A7-940E-40F1-B2FB-677D5648321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170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A3F6A7-940E-40F1-B2FB-677D5648321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490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10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848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9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216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299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045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350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429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179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977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047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83FA2-A75C-4ABE-9B9F-D45FE971027A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648CD-63B5-4C37-948D-299F63732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2852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C2D789-42E2-4FF4-9BAA-B43ACA531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77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94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56473A-703E-747E-A821-6B6105F5A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10"/>
            <a:ext cx="12192000" cy="680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83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creen Recording 2">
            <a:hlinkClick r:id="" action="ppaction://media"/>
            <a:extLst>
              <a:ext uri="{FF2B5EF4-FFF2-40B4-BE49-F238E27FC236}">
                <a16:creationId xmlns:a16="http://schemas.microsoft.com/office/drawing/2014/main" id="{3D000B07-6326-7B9E-12C9-8AEF8B57369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262063"/>
            <a:ext cx="12192000" cy="5595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FEDE14-42F4-9F67-B8AA-78E0D6D76A78}"/>
              </a:ext>
            </a:extLst>
          </p:cNvPr>
          <p:cNvSpPr txBox="1"/>
          <p:nvPr/>
        </p:nvSpPr>
        <p:spPr>
          <a:xfrm>
            <a:off x="125835" y="318781"/>
            <a:ext cx="7248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WEBSITE FRONTEND UI DEMO VIDEO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15439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915"/>
    </mc:Choice>
    <mc:Fallback xmlns="">
      <p:transition spd="slow" advTm="2049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0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rgbClr val="CCCCFF"/>
                </a:solidFill>
              </a:rPr>
              <a:t>Advanced Features in Go Booking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4367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Concurrent booking management using </a:t>
            </a:r>
            <a:r>
              <a:rPr dirty="0" err="1"/>
              <a:t>sync.Mutex</a:t>
            </a:r>
            <a:endParaRPr dirty="0"/>
          </a:p>
          <a:p>
            <a:r>
              <a:rPr dirty="0"/>
              <a:t>Real-time ticket availability tracking</a:t>
            </a:r>
          </a:p>
          <a:p>
            <a:r>
              <a:rPr dirty="0"/>
              <a:t>Unique booking reference generation</a:t>
            </a:r>
          </a:p>
          <a:p>
            <a:r>
              <a:rPr dirty="0"/>
              <a:t>Search functionality using name, email, and booking ID</a:t>
            </a:r>
          </a:p>
          <a:p>
            <a:r>
              <a:rPr dirty="0"/>
              <a:t>Booking cancellation with automatic ticket recovery</a:t>
            </a:r>
          </a:p>
          <a:p>
            <a:r>
              <a:rPr dirty="0"/>
              <a:t>CSV export support for reporting</a:t>
            </a:r>
          </a:p>
          <a:p>
            <a:r>
              <a:rPr dirty="0"/>
              <a:t>Statistics dashboard for ticket analytics</a:t>
            </a:r>
          </a:p>
          <a:p>
            <a:r>
              <a:rPr dirty="0"/>
              <a:t>HTML template rendering with reusable pages</a:t>
            </a:r>
          </a:p>
          <a:p>
            <a:r>
              <a:rPr dirty="0"/>
              <a:t>Input sanitization and email validation</a:t>
            </a:r>
          </a:p>
          <a:p>
            <a:r>
              <a:rPr dirty="0"/>
              <a:t>REST-style HTTP route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solidFill>
                  <a:srgbClr val="CCCCFF"/>
                </a:solidFill>
              </a:rPr>
              <a:t>Pros and Cons of Go Booking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064" y="158886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defRPr b="1"/>
            </a:pPr>
            <a:r>
              <a:rPr dirty="0">
                <a:solidFill>
                  <a:srgbClr val="66CCFF"/>
                </a:solidFill>
              </a:rPr>
              <a:t>Pros</a:t>
            </a:r>
          </a:p>
          <a:p>
            <a:pPr marL="457200" lvl="1" indent="0">
              <a:buNone/>
            </a:pPr>
            <a:r>
              <a:rPr dirty="0"/>
              <a:t>• Fast backend performance and low memory usage</a:t>
            </a:r>
          </a:p>
          <a:p>
            <a:pPr marL="457200" lvl="1" indent="0">
              <a:buNone/>
            </a:pPr>
            <a:r>
              <a:rPr dirty="0"/>
              <a:t>• Excellent concurrency support with goroutines</a:t>
            </a:r>
          </a:p>
          <a:p>
            <a:pPr marL="457200" lvl="1" indent="0">
              <a:buNone/>
            </a:pPr>
            <a:r>
              <a:rPr dirty="0"/>
              <a:t>• Easy deployment with single binary</a:t>
            </a:r>
          </a:p>
          <a:p>
            <a:pPr marL="457200" lvl="1" indent="0">
              <a:buNone/>
            </a:pPr>
            <a:r>
              <a:rPr dirty="0"/>
              <a:t>• Strong validation and modular design</a:t>
            </a:r>
          </a:p>
          <a:p>
            <a:pPr marL="457200" lvl="1" indent="0">
              <a:buNone/>
            </a:pPr>
            <a:r>
              <a:rPr dirty="0"/>
              <a:t>• Simple and maintainable code structure</a:t>
            </a:r>
          </a:p>
          <a:p>
            <a:pPr>
              <a:defRPr b="1"/>
            </a:pPr>
            <a:r>
              <a:rPr dirty="0">
                <a:solidFill>
                  <a:srgbClr val="66CCFF"/>
                </a:solidFill>
              </a:rPr>
              <a:t>Cons</a:t>
            </a:r>
          </a:p>
          <a:p>
            <a:pPr marL="457200" lvl="1" indent="0">
              <a:buNone/>
            </a:pPr>
            <a:r>
              <a:rPr dirty="0"/>
              <a:t>• No database integration (data stored in memory)</a:t>
            </a:r>
          </a:p>
          <a:p>
            <a:pPr marL="457200" lvl="1" indent="0">
              <a:buNone/>
            </a:pPr>
            <a:r>
              <a:rPr dirty="0"/>
              <a:t>• No authentication or authorization</a:t>
            </a:r>
          </a:p>
          <a:p>
            <a:pPr marL="457200" lvl="1" indent="0">
              <a:buNone/>
            </a:pPr>
            <a:r>
              <a:rPr dirty="0"/>
              <a:t>• Limited enterprise scalability</a:t>
            </a:r>
          </a:p>
          <a:p>
            <a:pPr marL="457200" lvl="1" indent="0">
              <a:buNone/>
            </a:pPr>
            <a:r>
              <a:rPr dirty="0"/>
              <a:t>• No payment gateway support</a:t>
            </a:r>
          </a:p>
          <a:p>
            <a:pPr marL="457200" lvl="1" indent="0">
              <a:buNone/>
            </a:pPr>
            <a:r>
              <a:rPr dirty="0"/>
              <a:t>• No automated logging and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CCCCFF"/>
                </a:solidFill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Database integration using MySQL/PostgreSQL</a:t>
            </a:r>
          </a:p>
          <a:p>
            <a:r>
              <a:rPr dirty="0"/>
              <a:t>JWT authentication and admin panel</a:t>
            </a:r>
          </a:p>
          <a:p>
            <a:r>
              <a:rPr dirty="0"/>
              <a:t>Docker and Kubernetes deployment</a:t>
            </a:r>
          </a:p>
          <a:p>
            <a:r>
              <a:rPr dirty="0"/>
              <a:t>Payment gateway integration</a:t>
            </a:r>
          </a:p>
          <a:p>
            <a:r>
              <a:rPr dirty="0"/>
              <a:t>Email and SMS notifications</a:t>
            </a:r>
          </a:p>
          <a:p>
            <a:r>
              <a:rPr dirty="0"/>
              <a:t>Monitoring with Prometheus and Grafana</a:t>
            </a:r>
          </a:p>
          <a:p>
            <a:r>
              <a:rPr dirty="0"/>
              <a:t>CI/CD automation pipelines</a:t>
            </a:r>
          </a:p>
          <a:p>
            <a:r>
              <a:rPr dirty="0"/>
              <a:t>Cloud deployment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</TotalTime>
  <Words>177</Words>
  <Application>Microsoft Office PowerPoint</Application>
  <PresentationFormat>Widescreen</PresentationFormat>
  <Paragraphs>36</Paragraphs>
  <Slides>6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Advanced Features in Go Booking Application</vt:lpstr>
      <vt:lpstr>Pros and Cons of Go Booking System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 Porwal</dc:creator>
  <cp:lastModifiedBy>Shruti Porwal</cp:lastModifiedBy>
  <cp:revision>4</cp:revision>
  <dcterms:created xsi:type="dcterms:W3CDTF">2026-05-16T09:05:48Z</dcterms:created>
  <dcterms:modified xsi:type="dcterms:W3CDTF">2026-05-16T16:18:06Z</dcterms:modified>
</cp:coreProperties>
</file>